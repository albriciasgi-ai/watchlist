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E78"/>
                </a:solidFill>
              </a:defRPr>
            </a:pPr>
            <a:r>
              <a:t>TRADING DE ACCIONES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Alpaca Securities &amp; Brokers Alternativos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Resumen Ejecutivo: Alpaca Securities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✅ Broker-dealer regulado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FINRA/SIPC (Estados Unidos)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💰 Depósito mínimo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$0 (cash account)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💵 Comisiones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$0 en stocks y ETFs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📊 Activos disponibles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1,000+ acciones y ETFs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🔧 API oficial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Python SDK (alpaca-py)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📈 Trading SHORT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Con margin account ($2,000 mín)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🔢 Acciones fraccionadas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Desde $1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🧪 Paper trading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Gratis con fondos virtuales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⏰ Horario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24/5 (pre-market, market, after)</a:t>
            </a:r>
          </a:p>
          <a:p>
            <a:pPr>
              <a:spcAft>
                <a:spcPts val="200"/>
              </a:spcAft>
              <a:defRPr sz="1400" b="1">
                <a:solidFill>
                  <a:srgbClr val="4472C4"/>
                </a:solidFill>
              </a:defRPr>
            </a:pPr>
            <a:r>
              <a:t>💱 Moneda</a:t>
            </a:r>
          </a:p>
          <a:p>
            <a:pPr>
              <a:spcAft>
                <a:spcPts val="1000"/>
              </a:spcAft>
              <a:defRPr sz="1200">
                <a:solidFill>
                  <a:srgbClr val="404040"/>
                </a:solidFill>
              </a:defRPr>
            </a:pPr>
            <a:r>
              <a:t>USD (ACH/wire)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Bybit xStocks vs Alpaca Securities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Bybit xStocks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Alpaca Securities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Tipo de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5 tokens (Solana)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1,000+ acciones reales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Regulación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No regulado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FINRA/SIPC (US)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Horario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24/7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24/5 (pre/market/after)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Moneda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USD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Depósito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Comisiones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Maker/taker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Trading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Solo 3/5 (margin)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✅ Con margin ($2K)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Acciones fraccionadas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✅ Desde $1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API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Bybit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alpaca-py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04040"/>
                          </a:solidFill>
                        </a:defRPr>
                      </a:pPr>
                      <a:r>
                        <a:t>Paper trading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✅ Gratis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Timeline: Apertura de Cuenta Alpaca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Día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143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Aplicación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5-10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743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Días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Verificación KYC/AML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48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Revisión de identidad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2743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Días 2-4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54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Cuenta Aprobada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154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Email de confirmación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Días 3-8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0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Transferencia 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Depósito inicial (gratis)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2743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166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Días 5-6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t>Fondos Disponibles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166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✅ Trading LIVE activo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Tipos de Cuenta Alpaca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Individual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Sin depósito mínimo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Solo posiciones LONG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Settlement T+2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❌ No margin trading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❌ No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5F5F5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</a:defRPr>
            </a:pPr>
            <a:r>
              <a:t>Individual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$2,000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Margin trading 4x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Posiciones LONG y SHORT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Day trading permitido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⚠️ Pattern Day Trader ($25K)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Instant settlement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5F5F5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Paper Trading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8"/>
                </a:solidFill>
              </a:defRPr>
            </a:pPr>
            <a:r>
              <a:t>$0 (Virtual)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100% GRATIS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Fondos virtuales ($100K)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Testing sin riesgo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Mismo API que live</a:t>
            </a:r>
          </a:p>
          <a:p>
            <a:pPr>
              <a:spcAft>
                <a:spcPts val="800"/>
              </a:spcAft>
              <a:defRPr sz="1100">
                <a:solidFill>
                  <a:srgbClr val="404040"/>
                </a:solidFill>
              </a:defRPr>
            </a:pPr>
            <a:r>
              <a:t>✅ Validar bot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5 Brokers con API Algorítmica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t>1. Alpaca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⭐⭐⭐⭐⭐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$0 depósito | $0 comisiones | SDK Python oficial | Paper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2. Webull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⭐⭐⭐⭐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$0 depósito | $0 comisiones | Acciones HK | Real-time gratis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t>3. Interactive Brokers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⭐⭐⭐⭐⭐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$0 depósito | 150+ mercados | Forex + Futures | $0.005/acción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4. Tradier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206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⭐⭐⭐⭐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$0 depósito | $0 con Pro ($10/mes) | API excelente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5. Schwab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⭐⭐⭐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$0 depósito | $0 comisiones | API nueva (TD Ameritrade)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Comparación Detallada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Alpaca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Webull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IBKR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Tradier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Schwab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Depósito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Comisión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$0.005/sh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$0/$0.35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API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WebSocket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Opciones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Forex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404040"/>
                          </a:solidFill>
                        </a:defRPr>
                      </a:pPr>
                      <a:r>
                        <a:t>Futures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0404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Estrategia Multi-Broker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Fase 1: Quick Start (Semana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Validar integración sin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1. Crear cuenta Alpaca (1-3 días) • 2. Paper Trading ($0 costo) • 3. Integrar bot con alpaca_adapter.py • 4. Testing exhaustivo 1-2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Fase 2: Live Trading (Semana 3-4)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Operar con capital real pequeño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1. Migrar a cuenta Live Alpaca • 2. Depositar $100-500 (ACH gratis) • 3. Operar alta liquidez (AAPL, TSLA) • 4. Validar retornos 2-4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Fase 3: Multi-Exchange (Mes 2-3)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Diversificar mercados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5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1. Agregar Webull (HK + US) • 2. Mantener Bybit (crypto 24/7) • 3. Total: 3 exchanges activos • 4. Backup en caso de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Fase 4: Pro Trader (Mes 6+)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663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Acceso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7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1. Evaluar Interactive Brokers • 2. Futures (ES, NQ, CL) • 3. Forex (EUR/USD, GBP/USD) • 4. Total: 4 exchanges (máximo)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Ejemplo de Código: Alpaca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from alpaca.trading.client import TradingClient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from alpaca.trading.requests import MarketOrderRequest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from alpaca.trading.enums import OrderSide, TimeInForce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# Cliente de trading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trade_client = TradingClient(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api_key="tu_api_key",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secret_key="tu_secret_key",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paper=True  # Paper Trading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# Orden de mercado (comprar acciones)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order_data = MarketOrderRequest(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symbol="AAPL",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qty=10,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side=OrderSide.BUY,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time_in_force=TimeInForce.DAY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order = trade_client.submit_order(order_data=order_data)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# Bracket order (con TP y SL)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bracket_order = MarketOrderRequest(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symbol="TSLA",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qty=5,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side=OrderSide.BUY,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time_in_force=TimeInForce.GTC,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order_class="bracket",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take_profit={"limit_price": 250.0},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    stop_loss={"stop_price": 230.0}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)</a:t>
            </a:r>
          </a:p>
          <a:p>
            <a:pPr>
              <a:defRPr sz="1000">
                <a:solidFill>
                  <a:srgbClr val="000080"/>
                </a:solidFill>
                <a:latin typeface="Courier New"/>
              </a:defRPr>
            </a:pPr>
            <a:r>
              <a:t>bracket = trade_client.submit_order(order_data=bracket_order)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Próximos Pasos Recomendados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800" b="1">
                <a:solidFill>
                  <a:srgbClr val="00B050"/>
                </a:solidFill>
              </a:defRPr>
            </a:pPr>
            <a:r>
              <a:t>1. Abrir cuenta Alpaca Paper Trading (hoy, gratis, 5 minutos)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2. Integrar alpaca_adapter.py en el bot actual (1-2 días)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3. Testing exhaustivo en paper trading (1-2 semanas)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4. Abrir cuenta Live Alpaca (mientras testeas paper)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5. Depositar capital inicial ($100-500, ACH gratis)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6. Live trading con estrategia validada</a:t>
            </a:r>
          </a:p>
          <a:p>
            <a:pPr>
              <a:spcAft>
                <a:spcPts val="2000"/>
              </a:spcAft>
              <a:defRPr sz="1800">
                <a:solidFill>
                  <a:srgbClr val="404040"/>
                </a:solidFill>
              </a:defRPr>
            </a:pPr>
            <a:r>
              <a:t>7. Evaluar expandir a Webull si necesitas HK stocks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472C4"/>
                </a:solidFill>
              </a:defRPr>
            </a:pPr>
            <a:r>
              <a:t>📚 Documentación completa: ALPACA_TRADING_GUIDE.md y BROKERS_API_COMPARISON.md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